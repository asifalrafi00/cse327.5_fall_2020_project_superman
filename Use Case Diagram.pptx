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C72A3-9D87-45D1-A1C8-C8D542315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DB5A53-7523-49B6-ABB6-C57B6EC00D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003A0-4ACD-44B1-BBF0-A708312B3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BD51-3AB4-4375-B15E-AE0B5A546FEF}" type="datetimeFigureOut">
              <a:rPr lang="en-US" smtClean="0"/>
              <a:t>12/13/2020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C4576-AC83-44AE-9D88-E28355797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B940D-FE54-4AB8-A657-581519F8D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941EE-7913-439B-AB1C-8B0505FE0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736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00896-C13B-4792-BC88-A75646380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82561-A3D4-4600-A8F2-80D4D542C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5EC6A-C36E-463C-AF32-B141A8CFA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BD51-3AB4-4375-B15E-AE0B5A546FEF}" type="datetimeFigureOut">
              <a:rPr lang="en-US" smtClean="0"/>
              <a:t>12/13/2020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89998-B3BD-40C8-AD86-4BEB4BA93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E9285-6322-42C5-93DF-2D8AB6E13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941EE-7913-439B-AB1C-8B0505FE0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436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30798-433D-4827-AD58-E717AC53C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76B5B-8BEA-4D07-9379-AF345923D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94EBD-6009-465D-B870-F4A335102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BD51-3AB4-4375-B15E-AE0B5A546FEF}" type="datetimeFigureOut">
              <a:rPr lang="en-US" smtClean="0"/>
              <a:t>12/13/2020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F4C87-A79C-4217-9D03-95D1AC2FD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36E0A-A9C6-4989-81E0-A9F28DA4F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941EE-7913-439B-AB1C-8B0505FE0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037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CA976-5B98-43F6-B2C6-CAAD1520F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E3F39-8307-41E9-A3CF-192BBD930B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2A45C-3003-4128-A182-9AA72FD72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259E4-192C-42F5-93B2-020A9D5F3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BD51-3AB4-4375-B15E-AE0B5A546FEF}" type="datetimeFigureOut">
              <a:rPr lang="en-US" smtClean="0"/>
              <a:t>12/13/2020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98199B-D982-4F0D-B6CB-44E8B2727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82AB6-8D3D-48DC-BCEF-57DB1DBDD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941EE-7913-439B-AB1C-8B0505FE0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125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62491-AC37-4C9D-85FA-D208C0B4F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D2F16-4297-4B59-A3CE-894958207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6F598-8A6E-47DF-B4BC-87F93E80D0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B3CAB0-3AD3-43ED-A995-FE72C897E9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FFFAD-4C86-43AF-8188-81E3518270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E44C3F-D189-4215-9FE8-DB34AF15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BD51-3AB4-4375-B15E-AE0B5A546FEF}" type="datetimeFigureOut">
              <a:rPr lang="en-US" smtClean="0"/>
              <a:t>12/13/2020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20693B-1920-417D-A26A-18920B29A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9AAF71-D284-4D9C-AF31-458662ACC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941EE-7913-439B-AB1C-8B0505FE0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546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B2EA4-B120-4094-BD82-5DCDA5D61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263B29-2F6F-4DBE-A04D-0CD5C1B76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BD51-3AB4-4375-B15E-AE0B5A546FEF}" type="datetimeFigureOut">
              <a:rPr lang="en-US" smtClean="0"/>
              <a:t>12/13/2020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13E506-6FBF-4502-A582-4443A077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9EA58-5A24-4DEB-BEFB-79C40A34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941EE-7913-439B-AB1C-8B0505FE0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08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381FE5-997D-42F1-8596-0F7C23DB3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BD51-3AB4-4375-B15E-AE0B5A546FEF}" type="datetimeFigureOut">
              <a:rPr lang="en-US" smtClean="0"/>
              <a:t>12/13/2020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691888-6A7A-41D3-A722-F5BACBDDC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927C6-7873-4B32-BAF7-6FED38A4A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941EE-7913-439B-AB1C-8B0505FE0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78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B0F61-B818-4086-A74D-7CD5BD860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978AC-360B-43BC-B827-38F2E558A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64E984-2D4F-4E9F-B31A-DA775ABB4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2CC3D-31E1-4440-B0E5-94CAD1122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BD51-3AB4-4375-B15E-AE0B5A546FEF}" type="datetimeFigureOut">
              <a:rPr lang="en-US" smtClean="0"/>
              <a:t>12/13/2020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B60D4-C384-4D3E-BF45-4F56383F2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30D7B-5B12-4B93-95A3-65634E16C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941EE-7913-439B-AB1C-8B0505FE0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459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2D9AE-F35B-476C-AB1D-86D4F396E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A0BC8F-90AE-4C03-8253-EE3EA1871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F752C-5452-4BDE-B89D-F6B06D81A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2BAF2-1FC9-4FBB-A44B-93F7EE39B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BD51-3AB4-4375-B15E-AE0B5A546FEF}" type="datetimeFigureOut">
              <a:rPr lang="en-US" smtClean="0"/>
              <a:t>12/13/2020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1D5E2-57C7-4DBB-A54F-EE8380E24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85005-16A0-49E6-AD95-27B261135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941EE-7913-439B-AB1C-8B0505FE0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8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5C9E4-FA16-4005-8FBE-9E0918861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B40D7C-B687-4F79-9CD9-5C448C08DD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ABCD6-2A44-4743-B382-B5A061E27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BD51-3AB4-4375-B15E-AE0B5A546FEF}" type="datetimeFigureOut">
              <a:rPr lang="en-US" smtClean="0"/>
              <a:t>12/13/2020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875C9-AA6E-474B-A4C9-0290B95BC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69591-A364-4A4E-A9B4-4B0EF94AF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941EE-7913-439B-AB1C-8B0505FE0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96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8CCA2B-1C93-4992-B170-68E415913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170E91-6D52-41CB-B369-1B89AFA24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56E15-49FA-4232-B21B-18E5BA1F2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BD51-3AB4-4375-B15E-AE0B5A546FEF}" type="datetimeFigureOut">
              <a:rPr lang="en-US" smtClean="0"/>
              <a:t>12/13/2020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6DB00-057B-4617-BBE8-AF1F85655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ACB31-A0AE-455A-B8AF-E841E9D0A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941EE-7913-439B-AB1C-8B0505FE0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920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A82537-F8F5-4934-BE7D-FBD140A4C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360AA-009A-4A14-813D-563882BF9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E579D-AA10-47CB-BA53-78931842B2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5BD51-3AB4-4375-B15E-AE0B5A546FEF}" type="datetimeFigureOut">
              <a:rPr lang="en-US" smtClean="0"/>
              <a:t>12/13/2020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04C0-9742-4ADE-A70E-D3EF5D0D34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E25E4-C2EC-4BA5-95E0-02F756CF1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941EE-7913-439B-AB1C-8B0505FE0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932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CD9E89-91D5-4447-88E0-F99F8ECD468D}"/>
              </a:ext>
            </a:extLst>
          </p:cNvPr>
          <p:cNvSpPr/>
          <p:nvPr/>
        </p:nvSpPr>
        <p:spPr>
          <a:xfrm>
            <a:off x="745588" y="2855742"/>
            <a:ext cx="1378634" cy="5732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FE1B38D-1C2E-4192-A863-311BBC94E50B}"/>
              </a:ext>
            </a:extLst>
          </p:cNvPr>
          <p:cNvSpPr/>
          <p:nvPr/>
        </p:nvSpPr>
        <p:spPr>
          <a:xfrm>
            <a:off x="3767794" y="39272"/>
            <a:ext cx="1885071" cy="81592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Sign UP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2944433-AD51-447C-81A8-1C41488E25B8}"/>
              </a:ext>
            </a:extLst>
          </p:cNvPr>
          <p:cNvSpPr/>
          <p:nvPr/>
        </p:nvSpPr>
        <p:spPr>
          <a:xfrm>
            <a:off x="4131779" y="1564023"/>
            <a:ext cx="1885071" cy="81592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Login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75D07A-1658-4322-A95B-2EF93DEFF1DA}"/>
              </a:ext>
            </a:extLst>
          </p:cNvPr>
          <p:cNvSpPr/>
          <p:nvPr/>
        </p:nvSpPr>
        <p:spPr>
          <a:xfrm>
            <a:off x="3881417" y="2892544"/>
            <a:ext cx="1885071" cy="81592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Contract with </a:t>
            </a:r>
          </a:p>
          <a:p>
            <a:pPr algn="ctr"/>
            <a:r>
              <a:rPr lang="en-US" dirty="0"/>
              <a:t>Serviceman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C39C6F-10C7-46D8-8DC0-D900F1ECF36B}"/>
              </a:ext>
            </a:extLst>
          </p:cNvPr>
          <p:cNvSpPr/>
          <p:nvPr/>
        </p:nvSpPr>
        <p:spPr>
          <a:xfrm>
            <a:off x="4151901" y="4501889"/>
            <a:ext cx="1885071" cy="81592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Cancel contract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1AC5D5-D11A-490C-A85D-C522B8EC489B}"/>
              </a:ext>
            </a:extLst>
          </p:cNvPr>
          <p:cNvSpPr/>
          <p:nvPr/>
        </p:nvSpPr>
        <p:spPr>
          <a:xfrm>
            <a:off x="10757095" y="2855742"/>
            <a:ext cx="1378634" cy="5732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Admin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134703-5A3C-495F-9930-D4BE31506A84}"/>
              </a:ext>
            </a:extLst>
          </p:cNvPr>
          <p:cNvCxnSpPr>
            <a:cxnSpLocks/>
          </p:cNvCxnSpPr>
          <p:nvPr/>
        </p:nvCxnSpPr>
        <p:spPr>
          <a:xfrm>
            <a:off x="2644726" y="0"/>
            <a:ext cx="0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0298CCF-8058-4577-9E14-963287ADF65C}"/>
              </a:ext>
            </a:extLst>
          </p:cNvPr>
          <p:cNvCxnSpPr>
            <a:cxnSpLocks/>
          </p:cNvCxnSpPr>
          <p:nvPr/>
        </p:nvCxnSpPr>
        <p:spPr>
          <a:xfrm>
            <a:off x="2644726" y="0"/>
            <a:ext cx="77980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DF7D3A8-1AE7-43F6-BE98-CCA6C33D6828}"/>
              </a:ext>
            </a:extLst>
          </p:cNvPr>
          <p:cNvCxnSpPr>
            <a:cxnSpLocks/>
          </p:cNvCxnSpPr>
          <p:nvPr/>
        </p:nvCxnSpPr>
        <p:spPr>
          <a:xfrm>
            <a:off x="10442790" y="0"/>
            <a:ext cx="0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7CF9CD6-86F3-4489-B944-56F9A04E3314}"/>
              </a:ext>
            </a:extLst>
          </p:cNvPr>
          <p:cNvCxnSpPr>
            <a:cxnSpLocks/>
          </p:cNvCxnSpPr>
          <p:nvPr/>
        </p:nvCxnSpPr>
        <p:spPr>
          <a:xfrm flipH="1">
            <a:off x="2644726" y="6850902"/>
            <a:ext cx="7798064" cy="70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D29AF9D3-2901-45B7-A4BC-FF3B0630D084}"/>
              </a:ext>
            </a:extLst>
          </p:cNvPr>
          <p:cNvSpPr/>
          <p:nvPr/>
        </p:nvSpPr>
        <p:spPr>
          <a:xfrm>
            <a:off x="7139917" y="1556990"/>
            <a:ext cx="1885071" cy="81592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Forgotten Password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01DB669-A9CD-4F87-8DE8-46F24083030F}"/>
              </a:ext>
            </a:extLst>
          </p:cNvPr>
          <p:cNvSpPr/>
          <p:nvPr/>
        </p:nvSpPr>
        <p:spPr>
          <a:xfrm>
            <a:off x="6775932" y="7098"/>
            <a:ext cx="1885071" cy="81592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Number or Email</a:t>
            </a:r>
          </a:p>
          <a:p>
            <a:pPr algn="ctr"/>
            <a:r>
              <a:rPr lang="en-US" dirty="0"/>
              <a:t>verified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74DCF4F-2517-4E7B-91F7-551A6F2515E0}"/>
              </a:ext>
            </a:extLst>
          </p:cNvPr>
          <p:cNvCxnSpPr>
            <a:cxnSpLocks/>
            <a:stCxn id="5" idx="6"/>
            <a:endCxn id="41" idx="0"/>
          </p:cNvCxnSpPr>
          <p:nvPr/>
        </p:nvCxnSpPr>
        <p:spPr>
          <a:xfrm flipV="1">
            <a:off x="5652865" y="420582"/>
            <a:ext cx="1123067" cy="26653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Action Button: Go Forward or Next 4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CCB5B82-8341-4C09-BF8D-42B4795C3B09}"/>
              </a:ext>
            </a:extLst>
          </p:cNvPr>
          <p:cNvSpPr/>
          <p:nvPr/>
        </p:nvSpPr>
        <p:spPr>
          <a:xfrm>
            <a:off x="6539137" y="291352"/>
            <a:ext cx="236795" cy="258459"/>
          </a:xfrm>
          <a:prstGeom prst="actionButtonForwardNex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FB12CC0-1796-425B-BB04-2783CD8DDB70}"/>
              </a:ext>
            </a:extLst>
          </p:cNvPr>
          <p:cNvCxnSpPr>
            <a:cxnSpLocks/>
            <a:stCxn id="31" idx="2"/>
            <a:endCxn id="6" idx="6"/>
          </p:cNvCxnSpPr>
          <p:nvPr/>
        </p:nvCxnSpPr>
        <p:spPr>
          <a:xfrm flipH="1">
            <a:off x="6016850" y="1964953"/>
            <a:ext cx="1123067" cy="703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2" name="Action Button: Go Back or Previous 5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985F17D-23B5-465E-8AC9-95C78ADB08E7}"/>
              </a:ext>
            </a:extLst>
          </p:cNvPr>
          <p:cNvSpPr/>
          <p:nvPr/>
        </p:nvSpPr>
        <p:spPr>
          <a:xfrm>
            <a:off x="6022699" y="1856223"/>
            <a:ext cx="141169" cy="201912"/>
          </a:xfrm>
          <a:prstGeom prst="actionButtonBackPrevio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465C60E-481D-41CB-894E-D43D9956B6CC}"/>
              </a:ext>
            </a:extLst>
          </p:cNvPr>
          <p:cNvCxnSpPr>
            <a:cxnSpLocks/>
            <a:stCxn id="5" idx="2"/>
            <a:endCxn id="4" idx="3"/>
          </p:cNvCxnSpPr>
          <p:nvPr/>
        </p:nvCxnSpPr>
        <p:spPr>
          <a:xfrm flipH="1">
            <a:off x="2124222" y="447235"/>
            <a:ext cx="1643572" cy="26951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E061CF1-6E6D-4A87-B3D4-A4B26D334649}"/>
              </a:ext>
            </a:extLst>
          </p:cNvPr>
          <p:cNvCxnSpPr>
            <a:cxnSpLocks/>
            <a:stCxn id="6" idx="2"/>
            <a:endCxn id="4" idx="3"/>
          </p:cNvCxnSpPr>
          <p:nvPr/>
        </p:nvCxnSpPr>
        <p:spPr>
          <a:xfrm flipH="1">
            <a:off x="2124222" y="1971986"/>
            <a:ext cx="2007557" cy="11703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832D326F-989F-4FA1-AE92-D5C269ECDF81}"/>
              </a:ext>
            </a:extLst>
          </p:cNvPr>
          <p:cNvSpPr/>
          <p:nvPr/>
        </p:nvSpPr>
        <p:spPr>
          <a:xfrm>
            <a:off x="7488262" y="2862360"/>
            <a:ext cx="1885071" cy="81592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Choose</a:t>
            </a:r>
          </a:p>
          <a:p>
            <a:pPr algn="ctr"/>
            <a:r>
              <a:rPr lang="en-US" dirty="0"/>
              <a:t>service cost 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2A5FA50-FD2D-4073-92C0-FEC485AC4553}"/>
              </a:ext>
            </a:extLst>
          </p:cNvPr>
          <p:cNvCxnSpPr>
            <a:cxnSpLocks/>
            <a:stCxn id="7" idx="6"/>
            <a:endCxn id="72" idx="0"/>
          </p:cNvCxnSpPr>
          <p:nvPr/>
        </p:nvCxnSpPr>
        <p:spPr>
          <a:xfrm>
            <a:off x="5766488" y="3300507"/>
            <a:ext cx="1710047" cy="2615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2" name="Action Button: Go Forward or Next 7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987AF9E-3B87-43B9-BE56-1F74FBAAE143}"/>
              </a:ext>
            </a:extLst>
          </p:cNvPr>
          <p:cNvSpPr/>
          <p:nvPr/>
        </p:nvSpPr>
        <p:spPr>
          <a:xfrm>
            <a:off x="7239740" y="3173892"/>
            <a:ext cx="236795" cy="258459"/>
          </a:xfrm>
          <a:prstGeom prst="actionButtonForwardNex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54E85F3-9FAF-4792-B64B-6BAA5873381D}"/>
              </a:ext>
            </a:extLst>
          </p:cNvPr>
          <p:cNvSpPr/>
          <p:nvPr/>
        </p:nvSpPr>
        <p:spPr>
          <a:xfrm>
            <a:off x="7132923" y="4558161"/>
            <a:ext cx="1885071" cy="81592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Cancel contract in 10 minute 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4AF5E05-BC30-45D5-9FBA-CFEE256162A1}"/>
              </a:ext>
            </a:extLst>
          </p:cNvPr>
          <p:cNvCxnSpPr>
            <a:cxnSpLocks/>
            <a:stCxn id="7" idx="2"/>
            <a:endCxn id="4" idx="3"/>
          </p:cNvCxnSpPr>
          <p:nvPr/>
        </p:nvCxnSpPr>
        <p:spPr>
          <a:xfrm flipH="1" flipV="1">
            <a:off x="2124222" y="3142371"/>
            <a:ext cx="1757195" cy="1581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B80DF46-24B2-4494-98EA-36BA30E474A6}"/>
              </a:ext>
            </a:extLst>
          </p:cNvPr>
          <p:cNvCxnSpPr>
            <a:cxnSpLocks/>
            <a:stCxn id="8" idx="2"/>
            <a:endCxn id="4" idx="3"/>
          </p:cNvCxnSpPr>
          <p:nvPr/>
        </p:nvCxnSpPr>
        <p:spPr>
          <a:xfrm flipH="1" flipV="1">
            <a:off x="2124222" y="3142371"/>
            <a:ext cx="2027679" cy="17674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57F93B5-A21A-4F0B-A5E4-F55DAD05B76C}"/>
              </a:ext>
            </a:extLst>
          </p:cNvPr>
          <p:cNvCxnSpPr>
            <a:cxnSpLocks/>
            <a:stCxn id="5" idx="6"/>
            <a:endCxn id="12" idx="1"/>
          </p:cNvCxnSpPr>
          <p:nvPr/>
        </p:nvCxnSpPr>
        <p:spPr>
          <a:xfrm>
            <a:off x="5652865" y="447235"/>
            <a:ext cx="5104230" cy="26951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43DDF5E-65FF-4976-AE59-0BF442F3E83D}"/>
              </a:ext>
            </a:extLst>
          </p:cNvPr>
          <p:cNvCxnSpPr>
            <a:cxnSpLocks/>
            <a:stCxn id="52" idx="2"/>
            <a:endCxn id="12" idx="1"/>
          </p:cNvCxnSpPr>
          <p:nvPr/>
        </p:nvCxnSpPr>
        <p:spPr>
          <a:xfrm>
            <a:off x="6022699" y="1957179"/>
            <a:ext cx="4734396" cy="11851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1F76F1EF-3B95-45F9-97DB-B1AE9B73F46D}"/>
              </a:ext>
            </a:extLst>
          </p:cNvPr>
          <p:cNvCxnSpPr>
            <a:cxnSpLocks/>
            <a:stCxn id="7" idx="6"/>
            <a:endCxn id="12" idx="1"/>
          </p:cNvCxnSpPr>
          <p:nvPr/>
        </p:nvCxnSpPr>
        <p:spPr>
          <a:xfrm flipV="1">
            <a:off x="5766488" y="3142371"/>
            <a:ext cx="4990607" cy="1581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4EAC082-6DEC-4AE0-8E04-3B714BB36439}"/>
              </a:ext>
            </a:extLst>
          </p:cNvPr>
          <p:cNvCxnSpPr>
            <a:cxnSpLocks/>
            <a:stCxn id="12" idx="1"/>
            <a:endCxn id="8" idx="6"/>
          </p:cNvCxnSpPr>
          <p:nvPr/>
        </p:nvCxnSpPr>
        <p:spPr>
          <a:xfrm flipH="1">
            <a:off x="6036972" y="3142371"/>
            <a:ext cx="4720123" cy="17674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 descr="extend&#10;">
            <a:extLst>
              <a:ext uri="{FF2B5EF4-FFF2-40B4-BE49-F238E27FC236}">
                <a16:creationId xmlns:a16="http://schemas.microsoft.com/office/drawing/2014/main" id="{744B0AA5-301B-43D5-8078-CB0E4D1761E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 flipH="1">
            <a:off x="6016850" y="4945007"/>
            <a:ext cx="1123067" cy="703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Action Button: Go Back or Previous 3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A3E3E869-F21E-44C2-948A-3E8FC28739AF}"/>
              </a:ext>
            </a:extLst>
          </p:cNvPr>
          <p:cNvSpPr/>
          <p:nvPr/>
        </p:nvSpPr>
        <p:spPr>
          <a:xfrm>
            <a:off x="6022699" y="4836277"/>
            <a:ext cx="141169" cy="201912"/>
          </a:xfrm>
          <a:prstGeom prst="actionButtonBackPrevio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273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24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Asif Al Rafi</dc:creator>
  <cp:lastModifiedBy>Asif Al Rafi</cp:lastModifiedBy>
  <cp:revision>8</cp:revision>
  <dcterms:created xsi:type="dcterms:W3CDTF">2020-12-13T09:19:32Z</dcterms:created>
  <dcterms:modified xsi:type="dcterms:W3CDTF">2020-12-13T14:18:28Z</dcterms:modified>
</cp:coreProperties>
</file>